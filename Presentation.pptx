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64" r:id="rId5"/>
    <p:sldId id="261" r:id="rId6"/>
    <p:sldId id="258" r:id="rId7"/>
    <p:sldId id="259" r:id="rId8"/>
    <p:sldId id="265"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43" autoAdjust="0"/>
  </p:normalViewPr>
  <p:slideViewPr>
    <p:cSldViewPr snapToGrid="0">
      <p:cViewPr varScale="1">
        <p:scale>
          <a:sx n="84" d="100"/>
          <a:sy n="84" d="100"/>
        </p:scale>
        <p:origin x="624"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E0B1F57-16E7-4CCC-B004-4F9F9538E4C3}"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AE80D-6BF3-4A5A-A6A8-475BC69359CC}" type="slidenum">
              <a:rPr lang="en-US" smtClean="0"/>
              <a:t>‹#›</a:t>
            </a:fld>
            <a:endParaRPr lang="en-US"/>
          </a:p>
        </p:txBody>
      </p:sp>
    </p:spTree>
    <p:extLst>
      <p:ext uri="{BB962C8B-B14F-4D97-AF65-F5344CB8AC3E}">
        <p14:creationId xmlns:p14="http://schemas.microsoft.com/office/powerpoint/2010/main" val="1635283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0B1F57-16E7-4CCC-B004-4F9F9538E4C3}"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AE80D-6BF3-4A5A-A6A8-475BC69359CC}" type="slidenum">
              <a:rPr lang="en-US" smtClean="0"/>
              <a:t>‹#›</a:t>
            </a:fld>
            <a:endParaRPr lang="en-US"/>
          </a:p>
        </p:txBody>
      </p:sp>
    </p:spTree>
    <p:extLst>
      <p:ext uri="{BB962C8B-B14F-4D97-AF65-F5344CB8AC3E}">
        <p14:creationId xmlns:p14="http://schemas.microsoft.com/office/powerpoint/2010/main" val="1486354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0B1F57-16E7-4CCC-B004-4F9F9538E4C3}"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AE80D-6BF3-4A5A-A6A8-475BC69359CC}" type="slidenum">
              <a:rPr lang="en-US" smtClean="0"/>
              <a:t>‹#›</a:t>
            </a:fld>
            <a:endParaRPr lang="en-US"/>
          </a:p>
        </p:txBody>
      </p:sp>
    </p:spTree>
    <p:extLst>
      <p:ext uri="{BB962C8B-B14F-4D97-AF65-F5344CB8AC3E}">
        <p14:creationId xmlns:p14="http://schemas.microsoft.com/office/powerpoint/2010/main" val="51212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E0B1F57-16E7-4CCC-B004-4F9F9538E4C3}"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AE80D-6BF3-4A5A-A6A8-475BC69359CC}" type="slidenum">
              <a:rPr lang="en-US" smtClean="0"/>
              <a:t>‹#›</a:t>
            </a:fld>
            <a:endParaRPr lang="en-US"/>
          </a:p>
        </p:txBody>
      </p:sp>
    </p:spTree>
    <p:extLst>
      <p:ext uri="{BB962C8B-B14F-4D97-AF65-F5344CB8AC3E}">
        <p14:creationId xmlns:p14="http://schemas.microsoft.com/office/powerpoint/2010/main" val="3048589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E0B1F57-16E7-4CCC-B004-4F9F9538E4C3}"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0AE80D-6BF3-4A5A-A6A8-475BC69359CC}" type="slidenum">
              <a:rPr lang="en-US" smtClean="0"/>
              <a:t>‹#›</a:t>
            </a:fld>
            <a:endParaRPr lang="en-US"/>
          </a:p>
        </p:txBody>
      </p:sp>
    </p:spTree>
    <p:extLst>
      <p:ext uri="{BB962C8B-B14F-4D97-AF65-F5344CB8AC3E}">
        <p14:creationId xmlns:p14="http://schemas.microsoft.com/office/powerpoint/2010/main" val="2190195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0B1F57-16E7-4CCC-B004-4F9F9538E4C3}"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0AE80D-6BF3-4A5A-A6A8-475BC69359CC}" type="slidenum">
              <a:rPr lang="en-US" smtClean="0"/>
              <a:t>‹#›</a:t>
            </a:fld>
            <a:endParaRPr lang="en-US"/>
          </a:p>
        </p:txBody>
      </p:sp>
    </p:spTree>
    <p:extLst>
      <p:ext uri="{BB962C8B-B14F-4D97-AF65-F5344CB8AC3E}">
        <p14:creationId xmlns:p14="http://schemas.microsoft.com/office/powerpoint/2010/main" val="1260134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0B1F57-16E7-4CCC-B004-4F9F9538E4C3}"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0AE80D-6BF3-4A5A-A6A8-475BC69359CC}" type="slidenum">
              <a:rPr lang="en-US" smtClean="0"/>
              <a:t>‹#›</a:t>
            </a:fld>
            <a:endParaRPr lang="en-US"/>
          </a:p>
        </p:txBody>
      </p:sp>
    </p:spTree>
    <p:extLst>
      <p:ext uri="{BB962C8B-B14F-4D97-AF65-F5344CB8AC3E}">
        <p14:creationId xmlns:p14="http://schemas.microsoft.com/office/powerpoint/2010/main" val="805522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0B1F57-16E7-4CCC-B004-4F9F9538E4C3}"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AE80D-6BF3-4A5A-A6A8-475BC69359CC}" type="slidenum">
              <a:rPr lang="en-US" smtClean="0"/>
              <a:t>‹#›</a:t>
            </a:fld>
            <a:endParaRPr lang="en-US"/>
          </a:p>
        </p:txBody>
      </p:sp>
    </p:spTree>
    <p:extLst>
      <p:ext uri="{BB962C8B-B14F-4D97-AF65-F5344CB8AC3E}">
        <p14:creationId xmlns:p14="http://schemas.microsoft.com/office/powerpoint/2010/main" val="3980116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0B1F57-16E7-4CCC-B004-4F9F9538E4C3}"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0AE80D-6BF3-4A5A-A6A8-475BC69359CC}" type="slidenum">
              <a:rPr lang="en-US" smtClean="0"/>
              <a:t>‹#›</a:t>
            </a:fld>
            <a:endParaRPr lang="en-US"/>
          </a:p>
        </p:txBody>
      </p:sp>
    </p:spTree>
    <p:extLst>
      <p:ext uri="{BB962C8B-B14F-4D97-AF65-F5344CB8AC3E}">
        <p14:creationId xmlns:p14="http://schemas.microsoft.com/office/powerpoint/2010/main" val="3055082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0B1F57-16E7-4CCC-B004-4F9F9538E4C3}"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AE80D-6BF3-4A5A-A6A8-475BC69359CC}" type="slidenum">
              <a:rPr lang="en-US" smtClean="0"/>
              <a:t>‹#›</a:t>
            </a:fld>
            <a:endParaRPr lang="en-US"/>
          </a:p>
        </p:txBody>
      </p:sp>
    </p:spTree>
    <p:extLst>
      <p:ext uri="{BB962C8B-B14F-4D97-AF65-F5344CB8AC3E}">
        <p14:creationId xmlns:p14="http://schemas.microsoft.com/office/powerpoint/2010/main" val="3730808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0B1F57-16E7-4CCC-B004-4F9F9538E4C3}"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0AE80D-6BF3-4A5A-A6A8-475BC69359CC}" type="slidenum">
              <a:rPr lang="en-US" smtClean="0"/>
              <a:t>‹#›</a:t>
            </a:fld>
            <a:endParaRPr lang="en-US"/>
          </a:p>
        </p:txBody>
      </p:sp>
    </p:spTree>
    <p:extLst>
      <p:ext uri="{BB962C8B-B14F-4D97-AF65-F5344CB8AC3E}">
        <p14:creationId xmlns:p14="http://schemas.microsoft.com/office/powerpoint/2010/main" val="668112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0B1F57-16E7-4CCC-B004-4F9F9538E4C3}" type="datetimeFigureOut">
              <a:rPr lang="en-US" smtClean="0"/>
              <a:t>10/15/2026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0AE80D-6BF3-4A5A-A6A8-475BC69359CC}" type="slidenum">
              <a:rPr lang="en-US" smtClean="0"/>
              <a:t>‹#›</a:t>
            </a:fld>
            <a:endParaRPr lang="en-US"/>
          </a:p>
        </p:txBody>
      </p:sp>
    </p:spTree>
    <p:extLst>
      <p:ext uri="{BB962C8B-B14F-4D97-AF65-F5344CB8AC3E}">
        <p14:creationId xmlns:p14="http://schemas.microsoft.com/office/powerpoint/2010/main" val="4052979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1793" y="378372"/>
            <a:ext cx="10116207" cy="3131591"/>
          </a:xfrm>
        </p:spPr>
        <p:txBody>
          <a:bodyPr>
            <a:normAutofit fontScale="90000"/>
          </a:bodyPr>
          <a:lstStyle/>
          <a:p>
            <a:pPr algn="l"/>
            <a:r>
              <a:rPr lang="en-US" b="1" dirty="0" smtClean="0"/>
              <a:t>NEXT LEVEL</a:t>
            </a:r>
            <a:br>
              <a:rPr lang="en-US" b="1" dirty="0" smtClean="0"/>
            </a:br>
            <a:r>
              <a:rPr lang="en-US" b="1" dirty="0" smtClean="0"/>
              <a:t>GAMING &amp; ESPORTS ARENA</a:t>
            </a:r>
            <a:r>
              <a:rPr lang="en-US" dirty="0" smtClean="0"/>
              <a:t/>
            </a:r>
            <a:br>
              <a:rPr lang="en-US" dirty="0" smtClean="0"/>
            </a:br>
            <a:r>
              <a:rPr lang="en-US" dirty="0" smtClean="0"/>
              <a:t/>
            </a:r>
            <a:br>
              <a:rPr lang="en-US" dirty="0" smtClean="0"/>
            </a:br>
            <a:r>
              <a:rPr lang="en-US" dirty="0" smtClean="0"/>
              <a:t>Website and Mobile App Design</a:t>
            </a:r>
            <a:endParaRPr lang="en-US" dirty="0"/>
          </a:p>
        </p:txBody>
      </p:sp>
      <p:sp>
        <p:nvSpPr>
          <p:cNvPr id="3" name="Subtitle 2"/>
          <p:cNvSpPr>
            <a:spLocks noGrp="1"/>
          </p:cNvSpPr>
          <p:nvPr>
            <p:ph type="subTitle" idx="1"/>
          </p:nvPr>
        </p:nvSpPr>
        <p:spPr>
          <a:xfrm>
            <a:off x="199697" y="3649333"/>
            <a:ext cx="5838496" cy="2719935"/>
          </a:xfrm>
        </p:spPr>
        <p:txBody>
          <a:bodyPr>
            <a:normAutofit/>
          </a:bodyPr>
          <a:lstStyle/>
          <a:p>
            <a:pPr algn="l"/>
            <a:r>
              <a:rPr lang="en-US" dirty="0" smtClean="0"/>
              <a:t>Team Members</a:t>
            </a:r>
          </a:p>
          <a:p>
            <a:pPr algn="l"/>
            <a:r>
              <a:rPr lang="en-US" dirty="0" smtClean="0"/>
              <a:t>1. Dimpho Kgohloane – ST10527228</a:t>
            </a:r>
          </a:p>
          <a:p>
            <a:pPr algn="l"/>
            <a:r>
              <a:rPr lang="en-US" dirty="0"/>
              <a:t>2. Andy Mafhiri – ST10529452</a:t>
            </a:r>
          </a:p>
          <a:p>
            <a:pPr algn="l"/>
            <a:r>
              <a:rPr lang="en-US" dirty="0"/>
              <a:t>3. Tshegofatso Moabi – ST10524985</a:t>
            </a:r>
          </a:p>
        </p:txBody>
      </p:sp>
      <p:sp>
        <p:nvSpPr>
          <p:cNvPr id="4" name="TextBox 3"/>
          <p:cNvSpPr txBox="1"/>
          <p:nvPr/>
        </p:nvSpPr>
        <p:spPr>
          <a:xfrm>
            <a:off x="7851228" y="4824634"/>
            <a:ext cx="3626069" cy="923330"/>
          </a:xfrm>
          <a:prstGeom prst="rect">
            <a:avLst/>
          </a:prstGeom>
          <a:noFill/>
        </p:spPr>
        <p:txBody>
          <a:bodyPr wrap="square" rtlCol="0">
            <a:spAutoFit/>
          </a:bodyPr>
          <a:lstStyle/>
          <a:p>
            <a:r>
              <a:rPr lang="en-US" dirty="0" smtClean="0"/>
              <a:t>Module: XHAW5112</a:t>
            </a:r>
          </a:p>
          <a:p>
            <a:endParaRPr lang="en-US" dirty="0"/>
          </a:p>
          <a:p>
            <a:r>
              <a:rPr lang="en-US" dirty="0" smtClean="0"/>
              <a:t>Date: 15 October 2026</a:t>
            </a:r>
            <a:endParaRPr lang="en-US" dirty="0"/>
          </a:p>
        </p:txBody>
      </p:sp>
    </p:spTree>
    <p:extLst>
      <p:ext uri="{BB962C8B-B14F-4D97-AF65-F5344CB8AC3E}">
        <p14:creationId xmlns:p14="http://schemas.microsoft.com/office/powerpoint/2010/main" val="29726489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Overview</a:t>
            </a:r>
            <a:endParaRPr lang="en-US" b="1" dirty="0"/>
          </a:p>
        </p:txBody>
      </p:sp>
      <p:sp>
        <p:nvSpPr>
          <p:cNvPr id="3" name="Content Placeholder 2"/>
          <p:cNvSpPr>
            <a:spLocks noGrp="1"/>
          </p:cNvSpPr>
          <p:nvPr>
            <p:ph idx="1"/>
          </p:nvPr>
        </p:nvSpPr>
        <p:spPr/>
        <p:txBody>
          <a:bodyPr>
            <a:normAutofit lnSpcReduction="10000"/>
          </a:bodyPr>
          <a:lstStyle/>
          <a:p>
            <a:r>
              <a:rPr lang="en-US" dirty="0" smtClean="0"/>
              <a:t>The scenario we has chosen collectively </a:t>
            </a:r>
            <a:r>
              <a:rPr lang="en-US" dirty="0"/>
              <a:t>is Next Level Gaming and Esports Arena. This presentation explains the design of our website and mobile application, the reasons behind our visual choices, our wireframe </a:t>
            </a:r>
            <a:r>
              <a:rPr lang="en-US" dirty="0" smtClean="0"/>
              <a:t>structure </a:t>
            </a:r>
            <a:r>
              <a:rPr lang="en-US" dirty="0"/>
              <a:t>and how the finished </a:t>
            </a:r>
            <a:r>
              <a:rPr lang="en-US" dirty="0" smtClean="0"/>
              <a:t>product supports </a:t>
            </a:r>
            <a:r>
              <a:rPr lang="en-US" dirty="0"/>
              <a:t>the user journey. Our team members are </a:t>
            </a:r>
            <a:r>
              <a:rPr lang="en-US" dirty="0" smtClean="0"/>
              <a:t>Dimpho (Website developer), Andy (Coordinator)  and Tshegofatso (Mobile App developer).</a:t>
            </a:r>
            <a:endParaRPr lang="en-US" dirty="0"/>
          </a:p>
          <a:p>
            <a:r>
              <a:rPr lang="en-US" dirty="0" smtClean="0"/>
              <a:t> Next </a:t>
            </a:r>
            <a:r>
              <a:rPr lang="en-US" dirty="0"/>
              <a:t>Level is a gaming and </a:t>
            </a:r>
            <a:r>
              <a:rPr lang="en-US" dirty="0" smtClean="0"/>
              <a:t>Esports </a:t>
            </a:r>
            <a:r>
              <a:rPr lang="en-US" dirty="0"/>
              <a:t>venue concept covering PC and console gaming, virtual reality, tournaments, parties and corporate events. The digital products should help visitors understand what is available and find the next step, such as exploring an experience, reviewing membership information, checking fees or contacting the venue.</a:t>
            </a:r>
          </a:p>
          <a:p>
            <a:endParaRPr lang="en-US" dirty="0"/>
          </a:p>
        </p:txBody>
      </p:sp>
    </p:spTree>
    <p:extLst>
      <p:ext uri="{BB962C8B-B14F-4D97-AF65-F5344CB8AC3E}">
        <p14:creationId xmlns:p14="http://schemas.microsoft.com/office/powerpoint/2010/main" val="2817046876"/>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21" y="730070"/>
            <a:ext cx="10515600" cy="4351338"/>
          </a:xfrm>
        </p:spPr>
        <p:txBody>
          <a:bodyPr>
            <a:normAutofit/>
          </a:bodyPr>
          <a:lstStyle/>
          <a:p>
            <a:r>
              <a:rPr lang="en-US" dirty="0" smtClean="0"/>
              <a:t>We </a:t>
            </a:r>
            <a:r>
              <a:rPr lang="en-US" dirty="0"/>
              <a:t>focused on three user needs: </a:t>
            </a:r>
            <a:r>
              <a:rPr lang="en-US" dirty="0" smtClean="0"/>
              <a:t>finding out </a:t>
            </a:r>
            <a:r>
              <a:rPr lang="en-US" dirty="0"/>
              <a:t>what the venue offers, comparing experiences and membership </a:t>
            </a:r>
            <a:r>
              <a:rPr lang="en-US" dirty="0" smtClean="0"/>
              <a:t>information </a:t>
            </a:r>
            <a:r>
              <a:rPr lang="en-US" dirty="0"/>
              <a:t>and taking action. Our design priorities are clear navigation, a consistent visual </a:t>
            </a:r>
            <a:r>
              <a:rPr lang="en-US" dirty="0" smtClean="0"/>
              <a:t>scheme, readable and </a:t>
            </a:r>
            <a:r>
              <a:rPr lang="en-US" dirty="0"/>
              <a:t>visible</a:t>
            </a:r>
            <a:r>
              <a:rPr lang="en-US" dirty="0" smtClean="0"/>
              <a:t> content. </a:t>
            </a:r>
            <a:r>
              <a:rPr lang="en-US" dirty="0"/>
              <a:t>These priorities help users move through the site without having to guess where information </a:t>
            </a:r>
            <a:r>
              <a:rPr lang="en-US" dirty="0" smtClean="0"/>
              <a:t>is.</a:t>
            </a:r>
            <a:endParaRPr lang="en-US" dirty="0"/>
          </a:p>
          <a:p>
            <a:endParaRPr lang="en-US" dirty="0"/>
          </a:p>
        </p:txBody>
      </p:sp>
    </p:spTree>
    <p:extLst>
      <p:ext uri="{BB962C8B-B14F-4D97-AF65-F5344CB8AC3E}">
        <p14:creationId xmlns:p14="http://schemas.microsoft.com/office/powerpoint/2010/main" val="3590878246"/>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Logo Design</a:t>
            </a:r>
            <a:endParaRPr lang="en-US" b="1" dirty="0"/>
          </a:p>
        </p:txBody>
      </p:sp>
      <p:sp>
        <p:nvSpPr>
          <p:cNvPr id="3" name="Content Placeholder 2"/>
          <p:cNvSpPr>
            <a:spLocks noGrp="1"/>
          </p:cNvSpPr>
          <p:nvPr>
            <p:ph idx="1"/>
          </p:nvPr>
        </p:nvSpPr>
        <p:spPr>
          <a:xfrm>
            <a:off x="0" y="1825625"/>
            <a:ext cx="6211614" cy="4338692"/>
          </a:xfrm>
        </p:spPr>
        <p:txBody>
          <a:bodyPr>
            <a:normAutofit/>
          </a:bodyPr>
          <a:lstStyle/>
          <a:p>
            <a:r>
              <a:rPr lang="en-US" dirty="0"/>
              <a:t>The logo concept combines a controller symbol with the idea of levelling up. The controller </a:t>
            </a:r>
            <a:r>
              <a:rPr lang="en-US" dirty="0" smtClean="0"/>
              <a:t>represents </a:t>
            </a:r>
            <a:r>
              <a:rPr lang="en-US" dirty="0"/>
              <a:t>gaming, while the level-up idea </a:t>
            </a:r>
            <a:r>
              <a:rPr lang="en-US" dirty="0" smtClean="0"/>
              <a:t>shows </a:t>
            </a:r>
            <a:r>
              <a:rPr lang="en-US" dirty="0"/>
              <a:t>progress and achievement. Electric blue is used as the main </a:t>
            </a:r>
            <a:r>
              <a:rPr lang="en-US" dirty="0" err="1" smtClean="0"/>
              <a:t>colour</a:t>
            </a:r>
            <a:r>
              <a:rPr lang="en-US" dirty="0" smtClean="0"/>
              <a:t>, </a:t>
            </a:r>
            <a:r>
              <a:rPr lang="en-US" dirty="0"/>
              <a:t>neon green adds </a:t>
            </a:r>
            <a:r>
              <a:rPr lang="en-US" dirty="0" smtClean="0"/>
              <a:t>energy </a:t>
            </a:r>
            <a:r>
              <a:rPr lang="en-US" dirty="0"/>
              <a:t>and dark grey and white </a:t>
            </a:r>
            <a:r>
              <a:rPr lang="en-US" dirty="0" smtClean="0"/>
              <a:t>provides </a:t>
            </a:r>
            <a:r>
              <a:rPr lang="en-US" dirty="0"/>
              <a:t>contrast. We chose a simple </a:t>
            </a:r>
            <a:r>
              <a:rPr lang="en-US" dirty="0" smtClean="0"/>
              <a:t>concept </a:t>
            </a:r>
            <a:r>
              <a:rPr lang="en-US" dirty="0"/>
              <a:t>so it can </a:t>
            </a:r>
            <a:r>
              <a:rPr lang="en-US" dirty="0" err="1" smtClean="0"/>
              <a:t>accomodates</a:t>
            </a:r>
            <a:r>
              <a:rPr lang="en-US" dirty="0" smtClean="0"/>
              <a:t> </a:t>
            </a:r>
            <a:r>
              <a:rPr lang="en-US" dirty="0"/>
              <a:t>a website </a:t>
            </a:r>
            <a:r>
              <a:rPr lang="en-US" dirty="0" smtClean="0"/>
              <a:t>header and mobile </a:t>
            </a:r>
            <a:r>
              <a:rPr lang="en-US" dirty="0"/>
              <a:t>app </a:t>
            </a:r>
            <a:r>
              <a:rPr lang="en-US" dirty="0" smtClean="0"/>
              <a:t>icon. </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8720" y="1027906"/>
            <a:ext cx="5993280" cy="5551275"/>
          </a:xfrm>
          <a:prstGeom prst="rect">
            <a:avLst/>
          </a:prstGeom>
        </p:spPr>
      </p:pic>
    </p:spTree>
    <p:extLst>
      <p:ext uri="{BB962C8B-B14F-4D97-AF65-F5344CB8AC3E}">
        <p14:creationId xmlns:p14="http://schemas.microsoft.com/office/powerpoint/2010/main" val="2436534297"/>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WireFrames</a:t>
            </a:r>
            <a:endParaRPr lang="en-US" b="1" dirty="0"/>
          </a:p>
        </p:txBody>
      </p:sp>
      <p:sp>
        <p:nvSpPr>
          <p:cNvPr id="3" name="Content Placeholder 2"/>
          <p:cNvSpPr>
            <a:spLocks noGrp="1"/>
          </p:cNvSpPr>
          <p:nvPr>
            <p:ph idx="1"/>
          </p:nvPr>
        </p:nvSpPr>
        <p:spPr>
          <a:xfrm>
            <a:off x="0" y="1825624"/>
            <a:ext cx="9427779" cy="4701300"/>
          </a:xfrm>
        </p:spPr>
        <p:txBody>
          <a:bodyPr>
            <a:normAutofit fontScale="92500" lnSpcReduction="10000"/>
          </a:bodyPr>
          <a:lstStyle/>
          <a:p>
            <a:r>
              <a:rPr lang="en-US" dirty="0"/>
              <a:t>Wireframes show the structure before visual styling is applied. The website wireframe reserves space for navigation, the main message, the primary action and experience cards. The mobile wireframe follows a vertical layout with stacked sections. This stage helps us </a:t>
            </a:r>
            <a:r>
              <a:rPr lang="en-US" dirty="0" smtClean="0"/>
              <a:t>organize </a:t>
            </a:r>
            <a:r>
              <a:rPr lang="en-US" dirty="0"/>
              <a:t>information and </a:t>
            </a:r>
            <a:r>
              <a:rPr lang="en-US" dirty="0" smtClean="0"/>
              <a:t>prioritizes </a:t>
            </a:r>
            <a:r>
              <a:rPr lang="en-US" dirty="0"/>
              <a:t>user tasks before focusing on </a:t>
            </a:r>
            <a:r>
              <a:rPr lang="en-US" dirty="0" smtClean="0"/>
              <a:t>color, </a:t>
            </a:r>
            <a:r>
              <a:rPr lang="en-US" dirty="0"/>
              <a:t>imagery and typography. These are explanatory wireframes, not exports from our source design file</a:t>
            </a:r>
            <a:r>
              <a:rPr lang="en-US" dirty="0" smtClean="0"/>
              <a:t>.</a:t>
            </a:r>
          </a:p>
          <a:p>
            <a:r>
              <a:rPr lang="en-US" dirty="0"/>
              <a:t>The navigation structure starts with the home page and links to About, Experiences, Gamer Pass, Fees or Booking, and Contact. These sections separate general discovery from practical information and user actions. Keeping the labels consistent across both platforms helps users build a familiar mental model and find important sections more quickly</a:t>
            </a:r>
            <a:r>
              <a:rPr lang="en-US" dirty="0" smtClean="0"/>
              <a:t>.</a:t>
            </a:r>
          </a:p>
        </p:txBody>
      </p:sp>
    </p:spTree>
    <p:extLst>
      <p:ext uri="{BB962C8B-B14F-4D97-AF65-F5344CB8AC3E}">
        <p14:creationId xmlns:p14="http://schemas.microsoft.com/office/powerpoint/2010/main" val="1759119250"/>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Website Design</a:t>
            </a:r>
            <a:endParaRPr lang="en-US" b="1" dirty="0"/>
          </a:p>
        </p:txBody>
      </p:sp>
      <p:sp>
        <p:nvSpPr>
          <p:cNvPr id="3" name="Content Placeholder 2"/>
          <p:cNvSpPr>
            <a:spLocks noGrp="1"/>
          </p:cNvSpPr>
          <p:nvPr>
            <p:ph idx="1"/>
          </p:nvPr>
        </p:nvSpPr>
        <p:spPr>
          <a:xfrm>
            <a:off x="0" y="1825625"/>
            <a:ext cx="6511159" cy="4351338"/>
          </a:xfrm>
        </p:spPr>
        <p:txBody>
          <a:bodyPr>
            <a:normAutofit/>
          </a:bodyPr>
          <a:lstStyle/>
          <a:p>
            <a:r>
              <a:rPr lang="en-US" dirty="0"/>
              <a:t>The website is designed to make the venue and its experiences </a:t>
            </a:r>
            <a:r>
              <a:rPr lang="en-US" dirty="0" smtClean="0"/>
              <a:t>understandable. </a:t>
            </a:r>
            <a:r>
              <a:rPr lang="en-US" dirty="0"/>
              <a:t>The navigation groups important destinations, while the hero area communicates the main message and provides a clear action. Cards help users scan different offerings. The dark and blue palette supports the gaming identity, while spacing and hierarchy keep the layout </a:t>
            </a:r>
            <a:r>
              <a:rPr lang="en-US" dirty="0" err="1"/>
              <a:t>organised</a:t>
            </a:r>
            <a:r>
              <a:rPr lang="en-US" dirty="0"/>
              <a:t>. </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64586" y="555898"/>
            <a:ext cx="5585988" cy="2911580"/>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60947" y="3753295"/>
            <a:ext cx="5676465" cy="2821156"/>
          </a:xfrm>
          <a:prstGeom prst="rect">
            <a:avLst/>
          </a:prstGeom>
        </p:spPr>
      </p:pic>
    </p:spTree>
    <p:extLst>
      <p:ext uri="{BB962C8B-B14F-4D97-AF65-F5344CB8AC3E}">
        <p14:creationId xmlns:p14="http://schemas.microsoft.com/office/powerpoint/2010/main" val="1079440065"/>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Mobile App design</a:t>
            </a:r>
            <a:endParaRPr lang="en-US" b="1" dirty="0"/>
          </a:p>
        </p:txBody>
      </p:sp>
      <p:sp>
        <p:nvSpPr>
          <p:cNvPr id="3" name="Content Placeholder 2"/>
          <p:cNvSpPr>
            <a:spLocks noGrp="1"/>
          </p:cNvSpPr>
          <p:nvPr>
            <p:ph idx="1"/>
          </p:nvPr>
        </p:nvSpPr>
        <p:spPr>
          <a:xfrm>
            <a:off x="0" y="1825625"/>
            <a:ext cx="6132786" cy="4351338"/>
          </a:xfrm>
        </p:spPr>
        <p:txBody>
          <a:bodyPr>
            <a:normAutofit lnSpcReduction="10000"/>
          </a:bodyPr>
          <a:lstStyle/>
          <a:p>
            <a:r>
              <a:rPr lang="en-US" dirty="0"/>
              <a:t>The mobile app needs to work on a smaller screen, so content should be arranged in a clear vertical flow. Larger touch targets, short labels and obvious navigation make it easier to use on a phone. Repeating the same </a:t>
            </a:r>
            <a:r>
              <a:rPr lang="en-US" dirty="0" smtClean="0"/>
              <a:t>colors </a:t>
            </a:r>
            <a:r>
              <a:rPr lang="en-US" dirty="0"/>
              <a:t>and labels across the website and app helps users </a:t>
            </a:r>
            <a:r>
              <a:rPr lang="en-US" dirty="0" smtClean="0"/>
              <a:t>recognize </a:t>
            </a:r>
            <a:r>
              <a:rPr lang="en-US" dirty="0"/>
              <a:t>that both products belong to the same service. We should demonstrate the actual app and confirm that text, buttons and scrolling work well on a real device or emulator.</a:t>
            </a:r>
          </a:p>
        </p:txBody>
      </p:sp>
    </p:spTree>
    <p:extLst>
      <p:ext uri="{BB962C8B-B14F-4D97-AF65-F5344CB8AC3E}">
        <p14:creationId xmlns:p14="http://schemas.microsoft.com/office/powerpoint/2010/main" val="2693415147"/>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Conclusion</a:t>
            </a:r>
            <a:endParaRPr lang="en-US" b="1" dirty="0"/>
          </a:p>
        </p:txBody>
      </p:sp>
      <p:sp>
        <p:nvSpPr>
          <p:cNvPr id="3" name="Content Placeholder 2"/>
          <p:cNvSpPr>
            <a:spLocks noGrp="1"/>
          </p:cNvSpPr>
          <p:nvPr>
            <p:ph idx="1"/>
          </p:nvPr>
        </p:nvSpPr>
        <p:spPr/>
        <p:txBody>
          <a:bodyPr/>
          <a:lstStyle/>
          <a:p>
            <a:r>
              <a:rPr lang="en-US" dirty="0" smtClean="0"/>
              <a:t>In conclusion, </a:t>
            </a:r>
            <a:r>
              <a:rPr lang="en-US" dirty="0"/>
              <a:t>our website and mobile app </a:t>
            </a:r>
            <a:r>
              <a:rPr lang="en-US" dirty="0" smtClean="0"/>
              <a:t>aims </a:t>
            </a:r>
            <a:r>
              <a:rPr lang="en-US" dirty="0"/>
              <a:t>to provide one consistent experience for customers exploring Next Level Gaming and Esports Arena. The visual </a:t>
            </a:r>
            <a:r>
              <a:rPr lang="en-US" dirty="0" smtClean="0"/>
              <a:t>scheme </a:t>
            </a:r>
            <a:r>
              <a:rPr lang="en-US" dirty="0"/>
              <a:t>supports the gaming theme, the information architecture keeps the main destinations </a:t>
            </a:r>
            <a:r>
              <a:rPr lang="en-US" dirty="0" smtClean="0"/>
              <a:t>organized, </a:t>
            </a:r>
            <a:r>
              <a:rPr lang="en-US" dirty="0"/>
              <a:t>and the responsive design supports different devices. Thank you for listening. We are ready for questions</a:t>
            </a:r>
            <a:r>
              <a:rPr lang="en-US" dirty="0" smtClean="0"/>
              <a:t>.</a:t>
            </a:r>
            <a:endParaRPr lang="en-US" dirty="0"/>
          </a:p>
        </p:txBody>
      </p:sp>
    </p:spTree>
    <p:extLst>
      <p:ext uri="{BB962C8B-B14F-4D97-AF65-F5344CB8AC3E}">
        <p14:creationId xmlns:p14="http://schemas.microsoft.com/office/powerpoint/2010/main" val="3820250372"/>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317531"/>
            <a:ext cx="10263352" cy="1569660"/>
          </a:xfrm>
          <a:prstGeom prst="rect">
            <a:avLst/>
          </a:prstGeom>
          <a:noFill/>
        </p:spPr>
        <p:txBody>
          <a:bodyPr wrap="square" rtlCol="0">
            <a:spAutoFit/>
          </a:bodyPr>
          <a:lstStyle/>
          <a:p>
            <a:pPr algn="ctr"/>
            <a:r>
              <a:rPr lang="en-US" sz="9600" dirty="0" smtClean="0"/>
              <a:t>THANK YOU </a:t>
            </a:r>
            <a:endParaRPr lang="en-US" sz="9600" dirty="0"/>
          </a:p>
        </p:txBody>
      </p:sp>
    </p:spTree>
    <p:extLst>
      <p:ext uri="{BB962C8B-B14F-4D97-AF65-F5344CB8AC3E}">
        <p14:creationId xmlns:p14="http://schemas.microsoft.com/office/powerpoint/2010/main" val="3733886447"/>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TotalTime>
  <Words>624</Words>
  <Application>Microsoft Office PowerPoint</Application>
  <PresentationFormat>Widescreen</PresentationFormat>
  <Paragraphs>24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NEXT LEVEL GAMING &amp; ESPORTS ARENA  Website and Mobile App Design</vt:lpstr>
      <vt:lpstr>Overview</vt:lpstr>
      <vt:lpstr>PowerPoint Presentation</vt:lpstr>
      <vt:lpstr>Logo Design</vt:lpstr>
      <vt:lpstr>WireFrames</vt:lpstr>
      <vt:lpstr>Website Design</vt:lpstr>
      <vt:lpstr>Mobile App design</vt:lpstr>
      <vt:lpstr>Conclusion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 LEVEL GAMING &amp; ESPORTS ARENA  Website and Mobile App Design</dc:title>
  <dc:creator>User</dc:creator>
  <cp:lastModifiedBy>User</cp:lastModifiedBy>
  <cp:revision>18</cp:revision>
  <dcterms:created xsi:type="dcterms:W3CDTF">2026-10-14T10:13:43Z</dcterms:created>
  <dcterms:modified xsi:type="dcterms:W3CDTF">2026-10-15T07:01:45Z</dcterms:modified>
</cp:coreProperties>
</file>